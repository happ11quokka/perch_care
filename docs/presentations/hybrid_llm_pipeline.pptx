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Contributions — Hybrid LLM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94960" y="7315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앵박사 AI 파이프라인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54864" cy="502920"/>
          </a:xfrm>
          <a:prstGeom prst="rect">
            <a:avLst/>
          </a:prstGeom>
          <a:solidFill>
            <a:srgbClr val="FF9A42"/>
          </a:solidFill>
          <a:ln w="12700">
            <a:solidFill>
              <a:srgbClr val="FF9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7132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960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하이브리드 LLM 구조: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 조류 문화·법규 컨텍스트 → DeepSeek 메인 추론·요약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GPT 계열 → 언어·도메인별 최적 모델 자동 배분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기술 스택    </a:t>
            </a:r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OpenAI, DeepSeek, ChromaDB, FastAPI, LangSmith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920240"/>
            <a:ext cx="54864" cy="2560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트러블슈팅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2128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441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GPT-only → 중국어 정확도·문화 자연스러움 부족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6883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모든 질문에 동일 모델 → 비용·품질 조정 불가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9352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흐릿·가려진 이미지도 정상 판단 + 높은 confidence 환각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3182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SSE 스트림 중 DB 커넥션 점유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0896" y="3474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해결법: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703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Counter 빈도 기반 언어 감지 → DeepSeek RAG 보충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931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_select_model(tier, category) 도입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41605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— 질병: 4o-mini / 일상: 4.1-nano / 비전: 4o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4361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VIS-1 품질 사전 검증 → VIS-2 not_visible 강제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4590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— VIS-3 _calibrate_confidence()  (not_visible당 -8, 상한 80캡)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4791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Quota / Log 세션 분리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685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구조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731520" cy="384048"/>
          </a:xfrm>
          <a:prstGeom prst="rect">
            <a:avLst/>
          </a:prstGeom>
          <a:solidFill>
            <a:srgbClr val="533483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005840"/>
            <a:ext cx="731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49824" y="1197864"/>
            <a:ext cx="219456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687568" y="1005840"/>
            <a:ext cx="685800" cy="384048"/>
          </a:xfrm>
          <a:prstGeom prst="rect">
            <a:avLst/>
          </a:prstGeom>
          <a:solidFill>
            <a:srgbClr val="0F3460"/>
          </a:solidFill>
          <a:ln w="19050">
            <a:solidFill>
              <a:srgbClr val="FF9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87568" y="100584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A42"/>
                </a:solidFill>
              </a:rPr>
              <a:t>Mode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19088" y="9601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Chat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82512" y="1197864"/>
            <a:ext cx="3200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6720840" y="1005840"/>
            <a:ext cx="6858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20840" y="1005840"/>
            <a:ext cx="685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앵박사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챗봇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144475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Vision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0468" y="1408176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5687568" y="1682496"/>
            <a:ext cx="685800" cy="38404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87568" y="1682496"/>
            <a:ext cx="685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914400"/>
            <a:ext cx="132588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49808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9E9E"/>
                </a:solidFill>
              </a:rPr>
              <a:t>Context Retrieval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71232" y="1188720"/>
            <a:ext cx="1170432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571232" y="1188720"/>
            <a:ext cx="117043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(언어감지)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6448" y="1490472"/>
            <a:ext cx="0" cy="20116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7571232" y="1709928"/>
            <a:ext cx="530352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571232" y="1709928"/>
            <a:ext cx="53035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KO/EN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56448" y="1709928"/>
            <a:ext cx="530352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56448" y="1709928"/>
            <a:ext cx="530352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ZH·CN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21624" y="201168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7909560" y="2203704"/>
            <a:ext cx="841248" cy="292608"/>
          </a:xfrm>
          <a:prstGeom prst="rect">
            <a:avLst/>
          </a:prstGeom>
          <a:solidFill>
            <a:srgbClr val="0F3460"/>
          </a:solidFill>
          <a:ln w="1524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909560" y="2203704"/>
            <a:ext cx="841248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DeepSeek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CN Culture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330184" y="2505456"/>
            <a:ext cx="0" cy="16459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7909560" y="2679192"/>
            <a:ext cx="841248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909560" y="2679192"/>
            <a:ext cx="84124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15784" y="1197864"/>
            <a:ext cx="7315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7498080" y="30175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Merge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98080" y="3246120"/>
            <a:ext cx="132588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498080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E9E9E"/>
                </a:solidFill>
              </a:rPr>
              <a:t>Model Routing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909560" y="3538728"/>
            <a:ext cx="841248" cy="292608"/>
          </a:xfrm>
          <a:prstGeom prst="rect">
            <a:avLst/>
          </a:prstGeom>
          <a:solidFill>
            <a:srgbClr val="0F3460"/>
          </a:solidFill>
          <a:ln w="19050">
            <a:solidFill>
              <a:srgbClr val="FF9A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909560" y="3538728"/>
            <a:ext cx="841248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9A42"/>
                </a:solidFill>
              </a:rPr>
              <a:t>_select_model()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330184" y="3840480"/>
            <a:ext cx="0" cy="1828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59" name="Text 57"/>
          <p:cNvSpPr/>
          <p:nvPr/>
        </p:nvSpPr>
        <p:spPr>
          <a:xfrm>
            <a:off x="7680960" y="4023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OpenAI GPT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516368" y="4224528"/>
            <a:ext cx="36576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516368" y="4224528"/>
            <a:ext cx="365760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4o-mini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질병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00416" y="4224528"/>
            <a:ext cx="365760" cy="41148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900416" y="4224528"/>
            <a:ext cx="365760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4.1-nano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일상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284464" y="4224528"/>
            <a:ext cx="36576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284464" y="4224528"/>
            <a:ext cx="365760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4o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비전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709160" y="2240280"/>
            <a:ext cx="265176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754880" y="2249424"/>
            <a:ext cx="2560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E9E9E"/>
                </a:solidFill>
              </a:rPr>
              <a:t>VIS 파이프라인 (비전 confidence 보정)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4828032" y="24871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VIS-1  이미지 품질 사전 검증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828032" y="26609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VIS-2  not_visible 부위 강제 표시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28032" y="2834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VIS-3  _calibrate_confidence()  (−8/항목, 상한 80)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30468" y="2075688"/>
            <a:ext cx="0" cy="15544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72" name="Shape 70"/>
          <p:cNvSpPr/>
          <p:nvPr/>
        </p:nvSpPr>
        <p:spPr>
          <a:xfrm>
            <a:off x="4709160" y="3127248"/>
            <a:ext cx="26517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3168" y="3145536"/>
            <a:ext cx="25420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</a:t>
            </a:r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GPT vision call → DeepSeek CN supplement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/ Log 세션 분리로 커넥션 풀 보호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77824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LLM Pipeline - 앵박사</dc:title>
  <dc:subject>PptxGenJS Presentation</dc:subject>
  <dc:creator>PptxGenJS</dc:creator>
  <cp:lastModifiedBy>PptxGenJS</cp:lastModifiedBy>
  <cp:revision>1</cp:revision>
  <dcterms:created xsi:type="dcterms:W3CDTF">2026-06-04T08:55:26Z</dcterms:created>
  <dcterms:modified xsi:type="dcterms:W3CDTF">2026-06-04T08:55:26Z</dcterms:modified>
</cp:coreProperties>
</file>